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3BCA-0E0B-6D03-0FB5-BF39E5FF4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0B86A-4109-17F1-E06F-D9614E7F6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CD543-9EAE-37E7-B676-B9645B95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6A8C2-F855-B952-FD2B-9EB3098D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0F6C-7344-46E7-7925-0F25E2A0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61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26386-66A9-16F6-175F-B270DB91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990E-140C-72A8-1330-5A53C4AC2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57350-A593-5E37-43B9-DE8F0424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7D76-B371-9429-3095-B3359F15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6FBF7-7BF0-E901-7280-3A87E596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5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AC32-E2C6-B0D0-6075-452BF5CE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C1FA0-CFD6-DEE7-47D6-9361C0EC0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52DC-EF0C-4B61-E8D2-6E9455D8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E7500-F285-1C26-771D-2E45C07C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37B62-9572-7429-7021-02BB0719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05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C4F0-0868-FC9F-7792-90C44DC5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C5EB2-89B9-73AE-EFCE-76EE05526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9BFFF-5DBA-565D-987C-AA8733533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F3511-F850-CEA6-61A0-4A0FB3E6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3EF7-ADE0-4DB6-E217-0409BFA9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16DC0-DD5F-E1A2-D6AF-96BB743E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29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6E57-81CE-DC4F-17C0-100D985B3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2B120-F703-7CAB-D870-C7CB97411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D0D73-6E59-8113-C9A7-6A9619108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8C8FF-6F86-DE30-3E51-8A3CFC49F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C01DC-7C53-7F24-1349-B83E6AC67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55221-71DC-7CA6-29EA-063AF41A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4F9528-05CE-85FC-A3A7-04100D441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53E19-467A-3A9C-FBCF-2CA16FD4F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78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C8F6-855A-093F-7A2A-14B57006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D30F8-E990-D442-3C1A-C2EAFD11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204F0-DF8E-F48A-127B-6875A965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9878C-68D9-6FA0-5EA6-FDAFA97A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12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B7990-EB4C-DE35-F3E0-721974A6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B5C85-D5A4-5605-FE19-731522A9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3ABA0-17B0-6504-404A-BAEFE132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1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6F77-24BD-1F80-DE27-855FEDC4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C7528-D92B-7130-A19D-F462B3660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E494-390C-54CD-19A9-427233D1E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15AC-CA81-C7FB-F1B1-C20527DE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2979B-72E6-8404-4D15-B6B17CEB5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D6BFF-56E3-3E2E-DAA9-53E2790A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19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FDBD-1CBF-3C9D-C05A-5F7BB139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22973-EC22-DE94-BE29-893ADBF5CB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F5271-ADF8-9DEC-702D-43A0A125A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3BA6A-6069-B30C-4A4F-D654F8983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27A3C-6EFB-C53C-CE77-C0894840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53D10-D54E-812D-5693-B872B9F0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21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97F7-43D2-75F8-C1C7-671C4F04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264EA-B97C-53FB-D658-C8220E751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AE6B0-E5DD-2155-FA53-C3727B57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B5893-A11E-3584-4E49-6CFFEE68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B729-8AED-E5D9-E653-DEB7A47C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55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D3817-684E-2B13-096B-7D45B365F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E465F-DC9A-CCA4-AE69-E67235F4F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85960-BFB5-B9AB-7CE8-5673727D5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94E3B-1294-3F44-5575-02D20CBA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710C5-9991-7737-EF7A-28FD13F6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4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52FD25-B06B-1751-20C0-8B99539E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C0847-F81B-8ED2-BDAD-95F42C51D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63292-D31D-2D05-C971-4D47DE897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6B33E-780C-49D9-A150-0DB494285E24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5650B-C208-C471-7B5D-8ED3D625B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09444-123D-9195-ACE1-753FCF541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C54AC-0E36-4D1E-8A23-505792750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1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55B5EA-8B12-ED55-1960-1966331026E1}"/>
              </a:ext>
            </a:extLst>
          </p:cNvPr>
          <p:cNvCxnSpPr/>
          <p:nvPr/>
        </p:nvCxnSpPr>
        <p:spPr>
          <a:xfrm flipV="1">
            <a:off x="1086464" y="462116"/>
            <a:ext cx="0" cy="40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120D85-99AD-664B-737F-5CD960AD1C5B}"/>
              </a:ext>
            </a:extLst>
          </p:cNvPr>
          <p:cNvCxnSpPr>
            <a:cxnSpLocks/>
          </p:cNvCxnSpPr>
          <p:nvPr/>
        </p:nvCxnSpPr>
        <p:spPr>
          <a:xfrm flipV="1">
            <a:off x="2054943" y="486696"/>
            <a:ext cx="4916" cy="40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3E3953-A2D4-938F-6B7E-908F1017A343}"/>
              </a:ext>
            </a:extLst>
          </p:cNvPr>
          <p:cNvCxnSpPr>
            <a:cxnSpLocks/>
          </p:cNvCxnSpPr>
          <p:nvPr/>
        </p:nvCxnSpPr>
        <p:spPr>
          <a:xfrm flipV="1">
            <a:off x="2605548" y="663677"/>
            <a:ext cx="393291" cy="501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59867D-E3B8-C6C1-461E-22991B138C22}"/>
              </a:ext>
            </a:extLst>
          </p:cNvPr>
          <p:cNvCxnSpPr>
            <a:cxnSpLocks/>
          </p:cNvCxnSpPr>
          <p:nvPr/>
        </p:nvCxnSpPr>
        <p:spPr>
          <a:xfrm>
            <a:off x="1288026" y="1465006"/>
            <a:ext cx="0" cy="452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1C8B01-13D1-19F2-2C3E-436E4D669CBC}"/>
              </a:ext>
            </a:extLst>
          </p:cNvPr>
          <p:cNvCxnSpPr/>
          <p:nvPr/>
        </p:nvCxnSpPr>
        <p:spPr>
          <a:xfrm>
            <a:off x="2487561" y="1465006"/>
            <a:ext cx="0" cy="452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A5A5B5C-F9C3-43F1-8FDF-6458DFEE17B7}"/>
              </a:ext>
            </a:extLst>
          </p:cNvPr>
          <p:cNvSpPr/>
          <p:nvPr/>
        </p:nvSpPr>
        <p:spPr>
          <a:xfrm>
            <a:off x="1732932" y="29497"/>
            <a:ext cx="1103677" cy="4621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endParaRPr lang="en-IN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FDC5A6-0CF0-AA78-8DD0-3FBD4A94B9AF}"/>
              </a:ext>
            </a:extLst>
          </p:cNvPr>
          <p:cNvSpPr/>
          <p:nvPr/>
        </p:nvSpPr>
        <p:spPr>
          <a:xfrm>
            <a:off x="2895600" y="162232"/>
            <a:ext cx="1101212" cy="599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0C157FB-F40A-60B3-76BA-EF7D2AA01DF2}"/>
              </a:ext>
            </a:extLst>
          </p:cNvPr>
          <p:cNvSpPr/>
          <p:nvPr/>
        </p:nvSpPr>
        <p:spPr>
          <a:xfrm>
            <a:off x="393290" y="1917290"/>
            <a:ext cx="1307689" cy="599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7FAAE07-9085-4EFC-676D-27FEDA368970}"/>
              </a:ext>
            </a:extLst>
          </p:cNvPr>
          <p:cNvSpPr/>
          <p:nvPr/>
        </p:nvSpPr>
        <p:spPr>
          <a:xfrm>
            <a:off x="1986114" y="1917290"/>
            <a:ext cx="1391267" cy="6784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5255484-D60B-D76D-CE27-F8D04B8304B0}"/>
              </a:ext>
            </a:extLst>
          </p:cNvPr>
          <p:cNvSpPr/>
          <p:nvPr/>
        </p:nvSpPr>
        <p:spPr>
          <a:xfrm>
            <a:off x="417869" y="1"/>
            <a:ext cx="1194622" cy="5088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User_name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2327D5-64A9-FF45-8387-6D8641C460C8}"/>
              </a:ext>
            </a:extLst>
          </p:cNvPr>
          <p:cNvCxnSpPr/>
          <p:nvPr/>
        </p:nvCxnSpPr>
        <p:spPr>
          <a:xfrm flipV="1">
            <a:off x="6091085" y="707921"/>
            <a:ext cx="0" cy="378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F66235-32BD-FB8D-73EA-1FFF20260BC2}"/>
              </a:ext>
            </a:extLst>
          </p:cNvPr>
          <p:cNvCxnSpPr>
            <a:cxnSpLocks/>
          </p:cNvCxnSpPr>
          <p:nvPr/>
        </p:nvCxnSpPr>
        <p:spPr>
          <a:xfrm>
            <a:off x="2605548" y="1342102"/>
            <a:ext cx="762001" cy="49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Diamond 50">
            <a:extLst>
              <a:ext uri="{FF2B5EF4-FFF2-40B4-BE49-F238E27FC236}">
                <a16:creationId xmlns:a16="http://schemas.microsoft.com/office/drawing/2014/main" id="{2D97E6A4-0AAF-3AA0-5A0E-0EF652B49B49}"/>
              </a:ext>
            </a:extLst>
          </p:cNvPr>
          <p:cNvSpPr/>
          <p:nvPr/>
        </p:nvSpPr>
        <p:spPr>
          <a:xfrm>
            <a:off x="3377383" y="951270"/>
            <a:ext cx="1002889" cy="78166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B9107AF-010E-3789-841A-D947FF10FCCC}"/>
              </a:ext>
            </a:extLst>
          </p:cNvPr>
          <p:cNvCxnSpPr>
            <a:stCxn id="51" idx="3"/>
          </p:cNvCxnSpPr>
          <p:nvPr/>
        </p:nvCxnSpPr>
        <p:spPr>
          <a:xfrm>
            <a:off x="4380272" y="1342102"/>
            <a:ext cx="4424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FBC8E87E-9EA1-3B95-26D3-7C5944A2A17A}"/>
              </a:ext>
            </a:extLst>
          </p:cNvPr>
          <p:cNvSpPr/>
          <p:nvPr/>
        </p:nvSpPr>
        <p:spPr>
          <a:xfrm>
            <a:off x="4822723" y="1086464"/>
            <a:ext cx="1312610" cy="5899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details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71FB956-2090-EB80-FEB0-C4E4EBEC25F8}"/>
              </a:ext>
            </a:extLst>
          </p:cNvPr>
          <p:cNvCxnSpPr/>
          <p:nvPr/>
        </p:nvCxnSpPr>
        <p:spPr>
          <a:xfrm flipV="1">
            <a:off x="5211097" y="725128"/>
            <a:ext cx="0" cy="36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1FA52DF-62BD-08FD-F22E-08B59783D8F9}"/>
              </a:ext>
            </a:extLst>
          </p:cNvPr>
          <p:cNvCxnSpPr/>
          <p:nvPr/>
        </p:nvCxnSpPr>
        <p:spPr>
          <a:xfrm>
            <a:off x="5063613" y="1691148"/>
            <a:ext cx="0" cy="38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3F5E87AA-B85F-3B67-99D7-3F93644B12A4}"/>
              </a:ext>
            </a:extLst>
          </p:cNvPr>
          <p:cNvSpPr/>
          <p:nvPr/>
        </p:nvSpPr>
        <p:spPr>
          <a:xfrm>
            <a:off x="4552336" y="125362"/>
            <a:ext cx="1101212" cy="6366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40D911F-4136-5146-7DBE-C02EB33E8EC8}"/>
              </a:ext>
            </a:extLst>
          </p:cNvPr>
          <p:cNvSpPr/>
          <p:nvPr/>
        </p:nvSpPr>
        <p:spPr>
          <a:xfrm>
            <a:off x="5756787" y="46863"/>
            <a:ext cx="973389" cy="69301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</a:t>
            </a:r>
          </a:p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28FF443-266B-A1CE-3C13-A1137AE93419}"/>
              </a:ext>
            </a:extLst>
          </p:cNvPr>
          <p:cNvSpPr/>
          <p:nvPr/>
        </p:nvSpPr>
        <p:spPr>
          <a:xfrm>
            <a:off x="3778043" y="2077064"/>
            <a:ext cx="1917292" cy="534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Department_status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D0685D7-0B10-667F-EACA-E5EE2DF5CFB5}"/>
              </a:ext>
            </a:extLst>
          </p:cNvPr>
          <p:cNvCxnSpPr>
            <a:stCxn id="54" idx="3"/>
          </p:cNvCxnSpPr>
          <p:nvPr/>
        </p:nvCxnSpPr>
        <p:spPr>
          <a:xfrm flipV="1">
            <a:off x="6135333" y="1381431"/>
            <a:ext cx="52110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Diamond 67">
            <a:extLst>
              <a:ext uri="{FF2B5EF4-FFF2-40B4-BE49-F238E27FC236}">
                <a16:creationId xmlns:a16="http://schemas.microsoft.com/office/drawing/2014/main" id="{D63F4783-6692-3BC5-82B8-640886ACDF25}"/>
              </a:ext>
            </a:extLst>
          </p:cNvPr>
          <p:cNvSpPr/>
          <p:nvPr/>
        </p:nvSpPr>
        <p:spPr>
          <a:xfrm>
            <a:off x="6656439" y="914400"/>
            <a:ext cx="1002890" cy="943896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F60261C-E477-B81F-6BBB-0C213F836732}"/>
              </a:ext>
            </a:extLst>
          </p:cNvPr>
          <p:cNvCxnSpPr>
            <a:stCxn id="68" idx="3"/>
          </p:cNvCxnSpPr>
          <p:nvPr/>
        </p:nvCxnSpPr>
        <p:spPr>
          <a:xfrm flipV="1">
            <a:off x="7659329" y="1381431"/>
            <a:ext cx="648929" cy="4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5F66EEC9-5F62-1BD2-83E3-6F2278DFB2E9}"/>
              </a:ext>
            </a:extLst>
          </p:cNvPr>
          <p:cNvSpPr/>
          <p:nvPr/>
        </p:nvSpPr>
        <p:spPr>
          <a:xfrm>
            <a:off x="8308258" y="1086464"/>
            <a:ext cx="1592826" cy="5899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User_Details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070718-0F0C-4043-2090-3014B106B9FE}"/>
              </a:ext>
            </a:extLst>
          </p:cNvPr>
          <p:cNvCxnSpPr>
            <a:cxnSpLocks/>
          </p:cNvCxnSpPr>
          <p:nvPr/>
        </p:nvCxnSpPr>
        <p:spPr>
          <a:xfrm flipV="1">
            <a:off x="8554065" y="663677"/>
            <a:ext cx="0" cy="42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A8FC0910-9072-D415-A9AD-F3F20001F4CC}"/>
              </a:ext>
            </a:extLst>
          </p:cNvPr>
          <p:cNvSpPr/>
          <p:nvPr/>
        </p:nvSpPr>
        <p:spPr>
          <a:xfrm>
            <a:off x="8003459" y="73742"/>
            <a:ext cx="1101212" cy="58993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08588D1-F31D-D61E-53D4-DA6F78E08DE8}"/>
              </a:ext>
            </a:extLst>
          </p:cNvPr>
          <p:cNvCxnSpPr/>
          <p:nvPr/>
        </p:nvCxnSpPr>
        <p:spPr>
          <a:xfrm flipV="1">
            <a:off x="9704439" y="663677"/>
            <a:ext cx="0" cy="42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A7E53C17-BD5A-D3EC-43B2-B1ABCF84AACF}"/>
              </a:ext>
            </a:extLst>
          </p:cNvPr>
          <p:cNvSpPr/>
          <p:nvPr/>
        </p:nvSpPr>
        <p:spPr>
          <a:xfrm>
            <a:off x="9225113" y="73742"/>
            <a:ext cx="1233955" cy="58993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User_name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04557DA-E381-0FA1-000B-FDA130B6CE0D}"/>
              </a:ext>
            </a:extLst>
          </p:cNvPr>
          <p:cNvCxnSpPr/>
          <p:nvPr/>
        </p:nvCxnSpPr>
        <p:spPr>
          <a:xfrm>
            <a:off x="8554065" y="1691148"/>
            <a:ext cx="0" cy="452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7A530992-DBAA-6C9C-BE02-C662DEF1886C}"/>
              </a:ext>
            </a:extLst>
          </p:cNvPr>
          <p:cNvSpPr/>
          <p:nvPr/>
        </p:nvSpPr>
        <p:spPr>
          <a:xfrm>
            <a:off x="8003459" y="2134823"/>
            <a:ext cx="1002890" cy="5801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staus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7B08465-55BD-40BF-E4E6-E4007054F53E}"/>
              </a:ext>
            </a:extLst>
          </p:cNvPr>
          <p:cNvCxnSpPr/>
          <p:nvPr/>
        </p:nvCxnSpPr>
        <p:spPr>
          <a:xfrm>
            <a:off x="9684773" y="1686230"/>
            <a:ext cx="0" cy="46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9AB7E356-E577-485C-1B6D-CB38D66A0AD5}"/>
              </a:ext>
            </a:extLst>
          </p:cNvPr>
          <p:cNvSpPr/>
          <p:nvPr/>
        </p:nvSpPr>
        <p:spPr>
          <a:xfrm>
            <a:off x="9291482" y="2134822"/>
            <a:ext cx="1241323" cy="5801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B5A9369-0A97-5DEC-D697-8447D41AA09F}"/>
              </a:ext>
            </a:extLst>
          </p:cNvPr>
          <p:cNvCxnSpPr/>
          <p:nvPr/>
        </p:nvCxnSpPr>
        <p:spPr>
          <a:xfrm flipV="1">
            <a:off x="9901084" y="761995"/>
            <a:ext cx="570271" cy="324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68EB0702-B8BE-1EB3-E575-7235AA0DD9F7}"/>
              </a:ext>
            </a:extLst>
          </p:cNvPr>
          <p:cNvSpPr/>
          <p:nvPr/>
        </p:nvSpPr>
        <p:spPr>
          <a:xfrm>
            <a:off x="10471355" y="399435"/>
            <a:ext cx="1106131" cy="5776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8DD870C-BA64-3C00-33E8-5D6107B93EB8}"/>
              </a:ext>
            </a:extLst>
          </p:cNvPr>
          <p:cNvCxnSpPr/>
          <p:nvPr/>
        </p:nvCxnSpPr>
        <p:spPr>
          <a:xfrm flipH="1" flipV="1">
            <a:off x="7747819" y="761995"/>
            <a:ext cx="560439" cy="324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496A4A89-CEAF-F342-FE6D-C70192BF7EDB}"/>
              </a:ext>
            </a:extLst>
          </p:cNvPr>
          <p:cNvSpPr/>
          <p:nvPr/>
        </p:nvSpPr>
        <p:spPr>
          <a:xfrm>
            <a:off x="6877667" y="162233"/>
            <a:ext cx="973389" cy="71283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169C716-0054-BFBF-6393-BD191ED74DF0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9901084" y="1612831"/>
            <a:ext cx="913319" cy="55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BBF01C6A-1431-8BA6-2C5A-45E240E946E8}"/>
              </a:ext>
            </a:extLst>
          </p:cNvPr>
          <p:cNvSpPr/>
          <p:nvPr/>
        </p:nvSpPr>
        <p:spPr>
          <a:xfrm>
            <a:off x="10658173" y="2073373"/>
            <a:ext cx="1066807" cy="6415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moblie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EEE5D3A-7869-EE78-6ED6-67949D0087B4}"/>
              </a:ext>
            </a:extLst>
          </p:cNvPr>
          <p:cNvCxnSpPr>
            <a:stCxn id="71" idx="3"/>
          </p:cNvCxnSpPr>
          <p:nvPr/>
        </p:nvCxnSpPr>
        <p:spPr>
          <a:xfrm flipV="1">
            <a:off x="9901084" y="1381431"/>
            <a:ext cx="5702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591A76F-4CA1-EBB9-3D2C-37C2AD0F16A9}"/>
              </a:ext>
            </a:extLst>
          </p:cNvPr>
          <p:cNvSpPr/>
          <p:nvPr/>
        </p:nvSpPr>
        <p:spPr>
          <a:xfrm>
            <a:off x="10471354" y="1086463"/>
            <a:ext cx="1592826" cy="58993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System_name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F0E55D2-BA17-42E0-8A17-BD6D16BB1158}"/>
              </a:ext>
            </a:extLst>
          </p:cNvPr>
          <p:cNvCxnSpPr/>
          <p:nvPr/>
        </p:nvCxnSpPr>
        <p:spPr>
          <a:xfrm>
            <a:off x="7157884" y="663677"/>
            <a:ext cx="5014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Diamond 102">
            <a:extLst>
              <a:ext uri="{FF2B5EF4-FFF2-40B4-BE49-F238E27FC236}">
                <a16:creationId xmlns:a16="http://schemas.microsoft.com/office/drawing/2014/main" id="{211BDFBC-6B36-D6CF-D3FE-571FCC31D8C4}"/>
              </a:ext>
            </a:extLst>
          </p:cNvPr>
          <p:cNvSpPr/>
          <p:nvPr/>
        </p:nvSpPr>
        <p:spPr>
          <a:xfrm>
            <a:off x="8490155" y="2901738"/>
            <a:ext cx="1194618" cy="87015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Submits to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C4EF84A-2B7E-3CB2-E96F-B9F57E0B3691}"/>
              </a:ext>
            </a:extLst>
          </p:cNvPr>
          <p:cNvCxnSpPr>
            <a:stCxn id="103" idx="2"/>
          </p:cNvCxnSpPr>
          <p:nvPr/>
        </p:nvCxnSpPr>
        <p:spPr>
          <a:xfrm>
            <a:off x="9087464" y="3771893"/>
            <a:ext cx="17207" cy="416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32E77F8-4C28-7178-8146-106F6D4A70AE}"/>
              </a:ext>
            </a:extLst>
          </p:cNvPr>
          <p:cNvSpPr/>
          <p:nvPr/>
        </p:nvSpPr>
        <p:spPr>
          <a:xfrm>
            <a:off x="8308258" y="4181182"/>
            <a:ext cx="1592826" cy="6759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 Type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FDB7A44-84F1-B972-4F22-CAA36D18A863}"/>
              </a:ext>
            </a:extLst>
          </p:cNvPr>
          <p:cNvCxnSpPr/>
          <p:nvPr/>
        </p:nvCxnSpPr>
        <p:spPr>
          <a:xfrm flipV="1">
            <a:off x="9704439" y="3657600"/>
            <a:ext cx="589934" cy="53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5B6CE8FE-F1C3-6BBA-B48D-4280913A5F29}"/>
              </a:ext>
            </a:extLst>
          </p:cNvPr>
          <p:cNvSpPr/>
          <p:nvPr/>
        </p:nvSpPr>
        <p:spPr>
          <a:xfrm>
            <a:off x="10294372" y="3249761"/>
            <a:ext cx="1437974" cy="6415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C9A3247-4BFA-CAC7-0622-4C0D322FC9F3}"/>
              </a:ext>
            </a:extLst>
          </p:cNvPr>
          <p:cNvCxnSpPr>
            <a:stCxn id="71" idx="2"/>
            <a:endCxn id="103" idx="0"/>
          </p:cNvCxnSpPr>
          <p:nvPr/>
        </p:nvCxnSpPr>
        <p:spPr>
          <a:xfrm flipH="1">
            <a:off x="9087464" y="1676399"/>
            <a:ext cx="17207" cy="12253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1B0DC8B-4B4F-1802-793B-4F6797171099}"/>
              </a:ext>
            </a:extLst>
          </p:cNvPr>
          <p:cNvCxnSpPr>
            <a:stCxn id="106" idx="3"/>
          </p:cNvCxnSpPr>
          <p:nvPr/>
        </p:nvCxnSpPr>
        <p:spPr>
          <a:xfrm>
            <a:off x="9901084" y="4519159"/>
            <a:ext cx="570271" cy="3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C3B8B7C-FE6C-9D96-8A4C-80E8C2060351}"/>
              </a:ext>
            </a:extLst>
          </p:cNvPr>
          <p:cNvSpPr/>
          <p:nvPr/>
        </p:nvSpPr>
        <p:spPr>
          <a:xfrm>
            <a:off x="10471355" y="4188542"/>
            <a:ext cx="1066807" cy="6415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 type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2E1A313-6647-E7FF-B32C-9AAEC04BB20C}"/>
              </a:ext>
            </a:extLst>
          </p:cNvPr>
          <p:cNvCxnSpPr/>
          <p:nvPr/>
        </p:nvCxnSpPr>
        <p:spPr>
          <a:xfrm>
            <a:off x="9901084" y="4857135"/>
            <a:ext cx="570271" cy="511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069C68E0-EA71-0160-809B-3DC44B72C27B}"/>
              </a:ext>
            </a:extLst>
          </p:cNvPr>
          <p:cNvSpPr/>
          <p:nvPr/>
        </p:nvSpPr>
        <p:spPr>
          <a:xfrm>
            <a:off x="10471354" y="5127323"/>
            <a:ext cx="1066807" cy="7054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40AFBE9-3DCE-FB14-06D5-A9ABCD7708D1}"/>
              </a:ext>
            </a:extLst>
          </p:cNvPr>
          <p:cNvCxnSpPr>
            <a:stCxn id="106" idx="2"/>
          </p:cNvCxnSpPr>
          <p:nvPr/>
        </p:nvCxnSpPr>
        <p:spPr>
          <a:xfrm>
            <a:off x="9104671" y="4857135"/>
            <a:ext cx="0" cy="4424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Diamond 119">
            <a:extLst>
              <a:ext uri="{FF2B5EF4-FFF2-40B4-BE49-F238E27FC236}">
                <a16:creationId xmlns:a16="http://schemas.microsoft.com/office/drawing/2014/main" id="{6904EF47-B38E-7A99-E84C-1989C31CAEBC}"/>
              </a:ext>
            </a:extLst>
          </p:cNvPr>
          <p:cNvSpPr/>
          <p:nvPr/>
        </p:nvSpPr>
        <p:spPr>
          <a:xfrm>
            <a:off x="8603227" y="5321520"/>
            <a:ext cx="1052050" cy="51127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1B1A2F6-6E93-5D41-C322-DB0FC1E62B15}"/>
              </a:ext>
            </a:extLst>
          </p:cNvPr>
          <p:cNvCxnSpPr>
            <a:stCxn id="120" idx="2"/>
          </p:cNvCxnSpPr>
          <p:nvPr/>
        </p:nvCxnSpPr>
        <p:spPr>
          <a:xfrm flipH="1">
            <a:off x="9104671" y="5832798"/>
            <a:ext cx="24581" cy="371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7A24E3F-BC7E-93E9-89DD-F378273E1C1D}"/>
              </a:ext>
            </a:extLst>
          </p:cNvPr>
          <p:cNvSpPr/>
          <p:nvPr/>
        </p:nvSpPr>
        <p:spPr>
          <a:xfrm>
            <a:off x="8554065" y="6204154"/>
            <a:ext cx="1283110" cy="5112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Complain_desc_type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4633F18-4A5F-ABB8-8AAE-17C95D179667}"/>
              </a:ext>
            </a:extLst>
          </p:cNvPr>
          <p:cNvCxnSpPr/>
          <p:nvPr/>
        </p:nvCxnSpPr>
        <p:spPr>
          <a:xfrm flipH="1" flipV="1">
            <a:off x="7659329" y="6105832"/>
            <a:ext cx="894736" cy="98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D5FA3ED-6BA4-A68B-BA6F-21541325892D}"/>
              </a:ext>
            </a:extLst>
          </p:cNvPr>
          <p:cNvCxnSpPr/>
          <p:nvPr/>
        </p:nvCxnSpPr>
        <p:spPr>
          <a:xfrm flipH="1">
            <a:off x="7659329" y="6715431"/>
            <a:ext cx="894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75D533B-A78F-0213-1742-55E3047922F2}"/>
              </a:ext>
            </a:extLst>
          </p:cNvPr>
          <p:cNvCxnSpPr/>
          <p:nvPr/>
        </p:nvCxnSpPr>
        <p:spPr>
          <a:xfrm>
            <a:off x="9837175" y="6204154"/>
            <a:ext cx="634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D7AFD69-2B6B-6C4E-81C8-1A15CF3E7414}"/>
              </a:ext>
            </a:extLst>
          </p:cNvPr>
          <p:cNvCxnSpPr/>
          <p:nvPr/>
        </p:nvCxnSpPr>
        <p:spPr>
          <a:xfrm>
            <a:off x="9837175" y="6715431"/>
            <a:ext cx="742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A7B1E693-F993-523F-FCF0-D4DC99C2C12C}"/>
              </a:ext>
            </a:extLst>
          </p:cNvPr>
          <p:cNvSpPr/>
          <p:nvPr/>
        </p:nvSpPr>
        <p:spPr>
          <a:xfrm>
            <a:off x="6567951" y="5728432"/>
            <a:ext cx="1125794" cy="58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Complain_desc_id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A7D5057A-EBB3-ADE6-95E6-5A3DB49D8D4A}"/>
              </a:ext>
            </a:extLst>
          </p:cNvPr>
          <p:cNvSpPr/>
          <p:nvPr/>
        </p:nvSpPr>
        <p:spPr>
          <a:xfrm>
            <a:off x="5928851" y="6346730"/>
            <a:ext cx="1764894" cy="5112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36BB1A8-6504-3257-D1AE-24C74BE53D69}"/>
              </a:ext>
            </a:extLst>
          </p:cNvPr>
          <p:cNvSpPr/>
          <p:nvPr/>
        </p:nvSpPr>
        <p:spPr>
          <a:xfrm>
            <a:off x="10478719" y="6018475"/>
            <a:ext cx="1437973" cy="3713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0CCC2494-FFF3-561D-6C1C-BAE4CC95A185}"/>
              </a:ext>
            </a:extLst>
          </p:cNvPr>
          <p:cNvSpPr/>
          <p:nvPr/>
        </p:nvSpPr>
        <p:spPr>
          <a:xfrm>
            <a:off x="10561222" y="6458565"/>
            <a:ext cx="1502958" cy="3994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925C73D8-9ACC-5249-75AA-071432703B14}"/>
              </a:ext>
            </a:extLst>
          </p:cNvPr>
          <p:cNvCxnSpPr>
            <a:stCxn id="68" idx="2"/>
          </p:cNvCxnSpPr>
          <p:nvPr/>
        </p:nvCxnSpPr>
        <p:spPr>
          <a:xfrm>
            <a:off x="7157884" y="1858296"/>
            <a:ext cx="0" cy="566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C7DA3AE-6A6D-C64E-6D69-6C9C77B2CBA7}"/>
              </a:ext>
            </a:extLst>
          </p:cNvPr>
          <p:cNvSpPr/>
          <p:nvPr/>
        </p:nvSpPr>
        <p:spPr>
          <a:xfrm>
            <a:off x="6540908" y="2394148"/>
            <a:ext cx="1361766" cy="5800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User complain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36F563E-A2B8-ED3D-F5F5-0AEFD3001095}"/>
              </a:ext>
            </a:extLst>
          </p:cNvPr>
          <p:cNvCxnSpPr/>
          <p:nvPr/>
        </p:nvCxnSpPr>
        <p:spPr>
          <a:xfrm flipH="1">
            <a:off x="5368413" y="2595716"/>
            <a:ext cx="1120877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77F2271-B639-2AE4-223B-17966915DCE9}"/>
              </a:ext>
            </a:extLst>
          </p:cNvPr>
          <p:cNvCxnSpPr/>
          <p:nvPr/>
        </p:nvCxnSpPr>
        <p:spPr>
          <a:xfrm flipH="1">
            <a:off x="5211097" y="2901738"/>
            <a:ext cx="1299088" cy="527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B0E2F28-B971-76FE-5549-7CA6090AE7EA}"/>
              </a:ext>
            </a:extLst>
          </p:cNvPr>
          <p:cNvCxnSpPr/>
          <p:nvPr/>
        </p:nvCxnSpPr>
        <p:spPr>
          <a:xfrm flipH="1">
            <a:off x="4822723" y="2989006"/>
            <a:ext cx="2054944" cy="1192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EE22E67-73F9-D729-D6BB-0CFB2AD26437}"/>
              </a:ext>
            </a:extLst>
          </p:cNvPr>
          <p:cNvCxnSpPr/>
          <p:nvPr/>
        </p:nvCxnSpPr>
        <p:spPr>
          <a:xfrm>
            <a:off x="7502012" y="2979173"/>
            <a:ext cx="0" cy="78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0D73BBE-D794-47E9-CEE8-90C8BF22058D}"/>
              </a:ext>
            </a:extLst>
          </p:cNvPr>
          <p:cNvCxnSpPr/>
          <p:nvPr/>
        </p:nvCxnSpPr>
        <p:spPr>
          <a:xfrm>
            <a:off x="7747819" y="2989006"/>
            <a:ext cx="0" cy="126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AABF0D2-69D6-B17B-6D61-4878743BB65C}"/>
              </a:ext>
            </a:extLst>
          </p:cNvPr>
          <p:cNvCxnSpPr>
            <a:cxnSpLocks/>
          </p:cNvCxnSpPr>
          <p:nvPr/>
        </p:nvCxnSpPr>
        <p:spPr>
          <a:xfrm>
            <a:off x="7885473" y="2959507"/>
            <a:ext cx="46703" cy="2362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E8411386-1F71-B6DE-98A3-3D3C4C0A06EB}"/>
              </a:ext>
            </a:extLst>
          </p:cNvPr>
          <p:cNvCxnSpPr/>
          <p:nvPr/>
        </p:nvCxnSpPr>
        <p:spPr>
          <a:xfrm flipH="1">
            <a:off x="3878827" y="2364681"/>
            <a:ext cx="2631358" cy="712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1BFC7FC9-100D-1E8A-9CC4-62F3FBD88F8F}"/>
              </a:ext>
            </a:extLst>
          </p:cNvPr>
          <p:cNvCxnSpPr>
            <a:stCxn id="140" idx="2"/>
          </p:cNvCxnSpPr>
          <p:nvPr/>
        </p:nvCxnSpPr>
        <p:spPr>
          <a:xfrm flipH="1">
            <a:off x="5928851" y="2974235"/>
            <a:ext cx="1292940" cy="121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4D6F38F-942B-0401-B62C-CD1C8418C951}"/>
              </a:ext>
            </a:extLst>
          </p:cNvPr>
          <p:cNvCxnSpPr/>
          <p:nvPr/>
        </p:nvCxnSpPr>
        <p:spPr>
          <a:xfrm flipH="1">
            <a:off x="6730176" y="2974235"/>
            <a:ext cx="678430" cy="128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450326E3-C820-0123-0709-9BA4397871BB}"/>
              </a:ext>
            </a:extLst>
          </p:cNvPr>
          <p:cNvSpPr/>
          <p:nvPr/>
        </p:nvSpPr>
        <p:spPr>
          <a:xfrm>
            <a:off x="2487561" y="2789897"/>
            <a:ext cx="1393724" cy="5555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User_complain_id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8C268D9-DFAC-1135-BDE8-DB4AE4B668D7}"/>
              </a:ext>
            </a:extLst>
          </p:cNvPr>
          <p:cNvSpPr/>
          <p:nvPr/>
        </p:nvSpPr>
        <p:spPr>
          <a:xfrm>
            <a:off x="4374125" y="2869766"/>
            <a:ext cx="1034841" cy="4387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User_id</a:t>
            </a:r>
            <a:endParaRPr lang="en-IN" sz="1200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BD58B45-D85E-9B78-E9F6-5AB6CC2E650D}"/>
              </a:ext>
            </a:extLst>
          </p:cNvPr>
          <p:cNvSpPr/>
          <p:nvPr/>
        </p:nvSpPr>
        <p:spPr>
          <a:xfrm>
            <a:off x="4090218" y="3344228"/>
            <a:ext cx="1179871" cy="43627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Dept_id</a:t>
            </a:r>
            <a:endParaRPr lang="en-IN" sz="1200" dirty="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49CE7C1-B38F-9076-2DE3-45BB740EF966}"/>
              </a:ext>
            </a:extLst>
          </p:cNvPr>
          <p:cNvSpPr/>
          <p:nvPr/>
        </p:nvSpPr>
        <p:spPr>
          <a:xfrm>
            <a:off x="3657600" y="4140513"/>
            <a:ext cx="1292939" cy="37864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IT_team_id</a:t>
            </a:r>
            <a:endParaRPr lang="en-IN" sz="1200" dirty="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74D79A76-6FEC-01F7-9C4B-F4DDBC3D9C91}"/>
              </a:ext>
            </a:extLst>
          </p:cNvPr>
          <p:cNvSpPr/>
          <p:nvPr/>
        </p:nvSpPr>
        <p:spPr>
          <a:xfrm>
            <a:off x="4908749" y="4166427"/>
            <a:ext cx="1150376" cy="68577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Email_id</a:t>
            </a:r>
            <a:endParaRPr lang="en-IN" sz="1200" dirty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8FF8CA61-4C34-C6D7-1886-4F163F6403AB}"/>
              </a:ext>
            </a:extLst>
          </p:cNvPr>
          <p:cNvSpPr/>
          <p:nvPr/>
        </p:nvSpPr>
        <p:spPr>
          <a:xfrm>
            <a:off x="6135333" y="4257368"/>
            <a:ext cx="941435" cy="5493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complain_Dt</a:t>
            </a:r>
            <a:endParaRPr lang="en-IN" sz="800" dirty="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4783E30F-3836-5EE5-88B0-5B4302DBE718}"/>
              </a:ext>
            </a:extLst>
          </p:cNvPr>
          <p:cNvSpPr/>
          <p:nvPr/>
        </p:nvSpPr>
        <p:spPr>
          <a:xfrm>
            <a:off x="6944043" y="3739642"/>
            <a:ext cx="855392" cy="4415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err="1"/>
              <a:t>Resolve_dt</a:t>
            </a:r>
            <a:endParaRPr lang="en-IN" sz="900" dirty="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E541EB6E-23B1-B2B6-FF03-70E1636E0EBC}"/>
              </a:ext>
            </a:extLst>
          </p:cNvPr>
          <p:cNvSpPr/>
          <p:nvPr/>
        </p:nvSpPr>
        <p:spPr>
          <a:xfrm>
            <a:off x="7091515" y="4265978"/>
            <a:ext cx="956187" cy="6979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Resolve_time</a:t>
            </a:r>
            <a:endParaRPr lang="en-IN" sz="1200" dirty="0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8E45E59-3EDF-2AA4-1B08-CBE4776EE8DC}"/>
              </a:ext>
            </a:extLst>
          </p:cNvPr>
          <p:cNvCxnSpPr/>
          <p:nvPr/>
        </p:nvCxnSpPr>
        <p:spPr>
          <a:xfrm flipH="1">
            <a:off x="5211097" y="5299587"/>
            <a:ext cx="2721079" cy="245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Diamond 176">
            <a:extLst>
              <a:ext uri="{FF2B5EF4-FFF2-40B4-BE49-F238E27FC236}">
                <a16:creationId xmlns:a16="http://schemas.microsoft.com/office/drawing/2014/main" id="{FFE1930C-C3F2-67BA-F405-5D9AE5AA5F98}"/>
              </a:ext>
            </a:extLst>
          </p:cNvPr>
          <p:cNvSpPr/>
          <p:nvPr/>
        </p:nvSpPr>
        <p:spPr>
          <a:xfrm>
            <a:off x="3755923" y="5102941"/>
            <a:ext cx="1462560" cy="88263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Can be accessed 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9F74A25-B250-FBF8-0290-01075CF7720D}"/>
              </a:ext>
            </a:extLst>
          </p:cNvPr>
          <p:cNvCxnSpPr>
            <a:cxnSpLocks/>
          </p:cNvCxnSpPr>
          <p:nvPr/>
        </p:nvCxnSpPr>
        <p:spPr>
          <a:xfrm flipH="1" flipV="1">
            <a:off x="2605548" y="5494521"/>
            <a:ext cx="1167594" cy="64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6E8A433-DA34-F396-67B7-398D3103D572}"/>
              </a:ext>
            </a:extLst>
          </p:cNvPr>
          <p:cNvSpPr/>
          <p:nvPr/>
        </p:nvSpPr>
        <p:spPr>
          <a:xfrm>
            <a:off x="1288026" y="5093110"/>
            <a:ext cx="1297860" cy="678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IT _team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590D6F63-ADC5-16C5-EBAB-1FA1478221FE}"/>
              </a:ext>
            </a:extLst>
          </p:cNvPr>
          <p:cNvCxnSpPr/>
          <p:nvPr/>
        </p:nvCxnSpPr>
        <p:spPr>
          <a:xfrm flipV="1">
            <a:off x="2360130" y="4434348"/>
            <a:ext cx="363405" cy="69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A2B4DADB-8C53-A470-DDAB-4807E7E93019}"/>
              </a:ext>
            </a:extLst>
          </p:cNvPr>
          <p:cNvCxnSpPr/>
          <p:nvPr/>
        </p:nvCxnSpPr>
        <p:spPr>
          <a:xfrm flipH="1" flipV="1">
            <a:off x="2054943" y="4336026"/>
            <a:ext cx="88489" cy="791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5220CAC0-0C9C-B6A2-E7F7-3843A136CE24}"/>
              </a:ext>
            </a:extLst>
          </p:cNvPr>
          <p:cNvCxnSpPr/>
          <p:nvPr/>
        </p:nvCxnSpPr>
        <p:spPr>
          <a:xfrm flipH="1" flipV="1">
            <a:off x="1086464" y="4355690"/>
            <a:ext cx="201562" cy="771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F3536571-989D-774B-C106-EB5F8FD76975}"/>
              </a:ext>
            </a:extLst>
          </p:cNvPr>
          <p:cNvCxnSpPr>
            <a:stCxn id="180" idx="1"/>
          </p:cNvCxnSpPr>
          <p:nvPr/>
        </p:nvCxnSpPr>
        <p:spPr>
          <a:xfrm flipH="1">
            <a:off x="855406" y="5432323"/>
            <a:ext cx="432620" cy="1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48CAA9B2-EE5F-11D2-0CEF-9E46F34E3912}"/>
              </a:ext>
            </a:extLst>
          </p:cNvPr>
          <p:cNvCxnSpPr/>
          <p:nvPr/>
        </p:nvCxnSpPr>
        <p:spPr>
          <a:xfrm>
            <a:off x="1445343" y="5783636"/>
            <a:ext cx="0" cy="47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4B6CC0D5-579A-7087-0494-239DBD843E03}"/>
              </a:ext>
            </a:extLst>
          </p:cNvPr>
          <p:cNvCxnSpPr/>
          <p:nvPr/>
        </p:nvCxnSpPr>
        <p:spPr>
          <a:xfrm>
            <a:off x="1700979" y="5783637"/>
            <a:ext cx="310104" cy="37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988BA0B4-31DC-A59F-3F9C-CCC93B03A1A5}"/>
              </a:ext>
            </a:extLst>
          </p:cNvPr>
          <p:cNvCxnSpPr/>
          <p:nvPr/>
        </p:nvCxnSpPr>
        <p:spPr>
          <a:xfrm>
            <a:off x="2085052" y="5761509"/>
            <a:ext cx="1040991" cy="513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Oval 196">
            <a:extLst>
              <a:ext uri="{FF2B5EF4-FFF2-40B4-BE49-F238E27FC236}">
                <a16:creationId xmlns:a16="http://schemas.microsoft.com/office/drawing/2014/main" id="{808B745F-1008-EEF8-CAE9-97E2542B3C7F}"/>
              </a:ext>
            </a:extLst>
          </p:cNvPr>
          <p:cNvSpPr/>
          <p:nvPr/>
        </p:nvSpPr>
        <p:spPr>
          <a:xfrm>
            <a:off x="68826" y="3860086"/>
            <a:ext cx="1381427" cy="50881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User_name</a:t>
            </a:r>
            <a:endParaRPr lang="en-IN" sz="1200" dirty="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AE8719D-1872-B5F7-625F-CBA9C855EDA9}"/>
              </a:ext>
            </a:extLst>
          </p:cNvPr>
          <p:cNvSpPr/>
          <p:nvPr/>
        </p:nvSpPr>
        <p:spPr>
          <a:xfrm>
            <a:off x="1659194" y="3785391"/>
            <a:ext cx="894732" cy="55555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/>
              <a:t>password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0AF742C4-5CDD-BDA7-7567-467FB568992F}"/>
              </a:ext>
            </a:extLst>
          </p:cNvPr>
          <p:cNvSpPr/>
          <p:nvPr/>
        </p:nvSpPr>
        <p:spPr>
          <a:xfrm>
            <a:off x="2605548" y="3979591"/>
            <a:ext cx="953728" cy="5555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u="sng" dirty="0" err="1"/>
              <a:t>IT_Team</a:t>
            </a:r>
            <a:r>
              <a:rPr lang="en-IN" sz="1100" u="sng" dirty="0"/>
              <a:t> id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56B9C3E9-0B54-A382-19B0-3417AE39C2E7}"/>
              </a:ext>
            </a:extLst>
          </p:cNvPr>
          <p:cNvSpPr/>
          <p:nvPr/>
        </p:nvSpPr>
        <p:spPr>
          <a:xfrm>
            <a:off x="-1" y="5299587"/>
            <a:ext cx="838201" cy="3342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Status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4E73D612-FCC7-9785-8830-AAE47D169584}"/>
              </a:ext>
            </a:extLst>
          </p:cNvPr>
          <p:cNvSpPr/>
          <p:nvPr/>
        </p:nvSpPr>
        <p:spPr>
          <a:xfrm>
            <a:off x="860321" y="6256336"/>
            <a:ext cx="1125794" cy="4069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Mobile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7993BBEB-0585-BC62-CFB1-6C7DCDF0A4AE}"/>
              </a:ext>
            </a:extLst>
          </p:cNvPr>
          <p:cNvSpPr/>
          <p:nvPr/>
        </p:nvSpPr>
        <p:spPr>
          <a:xfrm>
            <a:off x="1986115" y="6056686"/>
            <a:ext cx="816078" cy="58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Email_id</a:t>
            </a:r>
            <a:endParaRPr lang="en-IN" sz="1200" dirty="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7EA47B6-D664-8872-1BE6-EA3C84D4CDF2}"/>
              </a:ext>
            </a:extLst>
          </p:cNvPr>
          <p:cNvSpPr/>
          <p:nvPr/>
        </p:nvSpPr>
        <p:spPr>
          <a:xfrm>
            <a:off x="2986548" y="6204153"/>
            <a:ext cx="1195849" cy="4069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Create_dt</a:t>
            </a:r>
            <a:endParaRPr lang="en-IN" sz="1200" dirty="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7D952A3-D72A-CA0A-BC1F-D5D27B5B63FF}"/>
              </a:ext>
            </a:extLst>
          </p:cNvPr>
          <p:cNvCxnSpPr>
            <a:cxnSpLocks/>
          </p:cNvCxnSpPr>
          <p:nvPr/>
        </p:nvCxnSpPr>
        <p:spPr>
          <a:xfrm flipH="1">
            <a:off x="1744839" y="1465006"/>
            <a:ext cx="59380" cy="12683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Diamond 207">
            <a:extLst>
              <a:ext uri="{FF2B5EF4-FFF2-40B4-BE49-F238E27FC236}">
                <a16:creationId xmlns:a16="http://schemas.microsoft.com/office/drawing/2014/main" id="{D4A16809-6C9A-D266-FD56-A742735D4504}"/>
              </a:ext>
            </a:extLst>
          </p:cNvPr>
          <p:cNvSpPr/>
          <p:nvPr/>
        </p:nvSpPr>
        <p:spPr>
          <a:xfrm>
            <a:off x="1157749" y="2681730"/>
            <a:ext cx="1128251" cy="55555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Also logged in by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04F350AB-1C94-8220-0EE7-406E9A1AC1F3}"/>
              </a:ext>
            </a:extLst>
          </p:cNvPr>
          <p:cNvCxnSpPr>
            <a:stCxn id="208" idx="2"/>
          </p:cNvCxnSpPr>
          <p:nvPr/>
        </p:nvCxnSpPr>
        <p:spPr>
          <a:xfrm flipH="1">
            <a:off x="1472381" y="3237284"/>
            <a:ext cx="249494" cy="1752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39B290CB-EF7B-26C0-7A17-3CCD6DC3F032}"/>
              </a:ext>
            </a:extLst>
          </p:cNvPr>
          <p:cNvSpPr/>
          <p:nvPr/>
        </p:nvSpPr>
        <p:spPr>
          <a:xfrm>
            <a:off x="796412" y="865239"/>
            <a:ext cx="1759971" cy="6710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Log in</a:t>
            </a: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9BA2D4BD-F38B-2F89-FC18-41B9F65DD94F}"/>
              </a:ext>
            </a:extLst>
          </p:cNvPr>
          <p:cNvSpPr/>
          <p:nvPr/>
        </p:nvSpPr>
        <p:spPr>
          <a:xfrm>
            <a:off x="10814403" y="2165462"/>
            <a:ext cx="723758" cy="4564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mobile</a:t>
            </a: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3B4E0A30-529A-5EA7-E8EB-B021DBA38CEA}"/>
              </a:ext>
            </a:extLst>
          </p:cNvPr>
          <p:cNvSpPr/>
          <p:nvPr/>
        </p:nvSpPr>
        <p:spPr>
          <a:xfrm>
            <a:off x="2054942" y="1954161"/>
            <a:ext cx="1243783" cy="5948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mobile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15C474B0-5223-3A0A-4FD1-37807CD580B3}"/>
              </a:ext>
            </a:extLst>
          </p:cNvPr>
          <p:cNvSpPr/>
          <p:nvPr/>
        </p:nvSpPr>
        <p:spPr>
          <a:xfrm>
            <a:off x="717754" y="6167110"/>
            <a:ext cx="1283110" cy="5800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37867186-F4A3-D4FA-1053-830A9DDC72F7}"/>
              </a:ext>
            </a:extLst>
          </p:cNvPr>
          <p:cNvSpPr/>
          <p:nvPr/>
        </p:nvSpPr>
        <p:spPr>
          <a:xfrm>
            <a:off x="801330" y="6221365"/>
            <a:ext cx="1125794" cy="4621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mobile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54720D3A-5EB3-8161-C02D-E2489AB12AD9}"/>
              </a:ext>
            </a:extLst>
          </p:cNvPr>
          <p:cNvSpPr/>
          <p:nvPr/>
        </p:nvSpPr>
        <p:spPr>
          <a:xfrm>
            <a:off x="10702413" y="2174157"/>
            <a:ext cx="913319" cy="4621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mobile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6D375AF-8A49-878F-6FC2-982EF385F4E0}"/>
              </a:ext>
            </a:extLst>
          </p:cNvPr>
          <p:cNvSpPr txBox="1"/>
          <p:nvPr/>
        </p:nvSpPr>
        <p:spPr>
          <a:xfrm>
            <a:off x="2856275" y="9872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4ABBF654-8F94-5235-1559-83A228AD065D}"/>
              </a:ext>
            </a:extLst>
          </p:cNvPr>
          <p:cNvSpPr txBox="1"/>
          <p:nvPr/>
        </p:nvSpPr>
        <p:spPr>
          <a:xfrm>
            <a:off x="6333018" y="9604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A583669-EADD-3E4C-FA78-93C952FCE94F}"/>
              </a:ext>
            </a:extLst>
          </p:cNvPr>
          <p:cNvSpPr txBox="1"/>
          <p:nvPr/>
        </p:nvSpPr>
        <p:spPr>
          <a:xfrm>
            <a:off x="7747819" y="97707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65635A9-D5BB-D9B1-0044-81B628CB257F}"/>
              </a:ext>
            </a:extLst>
          </p:cNvPr>
          <p:cNvSpPr txBox="1"/>
          <p:nvPr/>
        </p:nvSpPr>
        <p:spPr>
          <a:xfrm>
            <a:off x="9195620" y="25170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978C713-7364-FFE1-6515-61600B737935}"/>
              </a:ext>
            </a:extLst>
          </p:cNvPr>
          <p:cNvSpPr txBox="1"/>
          <p:nvPr/>
        </p:nvSpPr>
        <p:spPr>
          <a:xfrm>
            <a:off x="9291482" y="365760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513423A-507E-AC1F-9CC4-0F2C4CC8C29C}"/>
              </a:ext>
            </a:extLst>
          </p:cNvPr>
          <p:cNvSpPr txBox="1"/>
          <p:nvPr/>
        </p:nvSpPr>
        <p:spPr>
          <a:xfrm>
            <a:off x="9291482" y="507836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DA2223D-B7FD-A1D1-7F10-403E79D808A9}"/>
              </a:ext>
            </a:extLst>
          </p:cNvPr>
          <p:cNvSpPr txBox="1"/>
          <p:nvPr/>
        </p:nvSpPr>
        <p:spPr>
          <a:xfrm>
            <a:off x="9291482" y="572843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23CE13E-D49B-1252-935C-1B765D75CEB0}"/>
              </a:ext>
            </a:extLst>
          </p:cNvPr>
          <p:cNvSpPr txBox="1"/>
          <p:nvPr/>
        </p:nvSpPr>
        <p:spPr>
          <a:xfrm>
            <a:off x="2836609" y="512732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635549B-EDBE-5CE0-1D39-D9B3E459A40B}"/>
              </a:ext>
            </a:extLst>
          </p:cNvPr>
          <p:cNvSpPr txBox="1"/>
          <p:nvPr/>
        </p:nvSpPr>
        <p:spPr>
          <a:xfrm>
            <a:off x="5653548" y="501445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6878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145</Words>
  <Application>Microsoft Office PowerPoint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Subhashree Maharana</dc:creator>
  <cp:lastModifiedBy>Subhashree Maharana</cp:lastModifiedBy>
  <cp:revision>2</cp:revision>
  <dcterms:created xsi:type="dcterms:W3CDTF">2025-08-17T11:44:37Z</dcterms:created>
  <dcterms:modified xsi:type="dcterms:W3CDTF">2025-08-17T19:28:52Z</dcterms:modified>
</cp:coreProperties>
</file>